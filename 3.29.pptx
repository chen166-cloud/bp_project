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0" autoAdjust="0"/>
    <p:restoredTop sz="94660"/>
  </p:normalViewPr>
  <p:slideViewPr>
    <p:cSldViewPr snapToGrid="0">
      <p:cViewPr varScale="1">
        <p:scale>
          <a:sx n="71" d="100"/>
          <a:sy n="71" d="100"/>
        </p:scale>
        <p:origin x="3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F7FD7-051B-42BD-A0A8-9C510BDE745C}" type="datetimeFigureOut">
              <a:rPr lang="zh-CN" altLang="en-US" smtClean="0"/>
              <a:t>2019/3/29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ACFB-41F0-4855-A4F4-62878B55E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62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F7FD7-051B-42BD-A0A8-9C510BDE745C}" type="datetimeFigureOut">
              <a:rPr lang="zh-CN" altLang="en-US" smtClean="0"/>
              <a:t>2019/3/29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ACFB-41F0-4855-A4F4-62878B55E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073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F7FD7-051B-42BD-A0A8-9C510BDE745C}" type="datetimeFigureOut">
              <a:rPr lang="zh-CN" altLang="en-US" smtClean="0"/>
              <a:t>2019/3/29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ACFB-41F0-4855-A4F4-62878B55E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520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F7FD7-051B-42BD-A0A8-9C510BDE745C}" type="datetimeFigureOut">
              <a:rPr lang="zh-CN" altLang="en-US" smtClean="0"/>
              <a:t>2019/3/29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ACFB-41F0-4855-A4F4-62878B55E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84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F7FD7-051B-42BD-A0A8-9C510BDE745C}" type="datetimeFigureOut">
              <a:rPr lang="zh-CN" altLang="en-US" smtClean="0"/>
              <a:t>2019/3/29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ACFB-41F0-4855-A4F4-62878B55E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15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F7FD7-051B-42BD-A0A8-9C510BDE745C}" type="datetimeFigureOut">
              <a:rPr lang="zh-CN" altLang="en-US" smtClean="0"/>
              <a:t>2019/3/29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ACFB-41F0-4855-A4F4-62878B55E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001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F7FD7-051B-42BD-A0A8-9C510BDE745C}" type="datetimeFigureOut">
              <a:rPr lang="zh-CN" altLang="en-US" smtClean="0"/>
              <a:t>2019/3/29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ACFB-41F0-4855-A4F4-62878B55E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873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F7FD7-051B-42BD-A0A8-9C510BDE745C}" type="datetimeFigureOut">
              <a:rPr lang="zh-CN" altLang="en-US" smtClean="0"/>
              <a:t>2019/3/29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ACFB-41F0-4855-A4F4-62878B55E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594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F7FD7-051B-42BD-A0A8-9C510BDE745C}" type="datetimeFigureOut">
              <a:rPr lang="zh-CN" altLang="en-US" smtClean="0"/>
              <a:t>2019/3/29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ACFB-41F0-4855-A4F4-62878B55E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93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F7FD7-051B-42BD-A0A8-9C510BDE745C}" type="datetimeFigureOut">
              <a:rPr lang="zh-CN" altLang="en-US" smtClean="0"/>
              <a:t>2019/3/29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ACFB-41F0-4855-A4F4-62878B55E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11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F7FD7-051B-42BD-A0A8-9C510BDE745C}" type="datetimeFigureOut">
              <a:rPr lang="zh-CN" altLang="en-US" smtClean="0"/>
              <a:t>2019/3/29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ACFB-41F0-4855-A4F4-62878B55E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356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F7FD7-051B-42BD-A0A8-9C510BDE745C}" type="datetimeFigureOut">
              <a:rPr lang="zh-CN" altLang="en-US" smtClean="0"/>
              <a:t>2019/3/29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AACFB-41F0-4855-A4F4-62878B55E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677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718" y="1007407"/>
            <a:ext cx="7996518" cy="449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47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83" y="912532"/>
            <a:ext cx="10058400" cy="503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560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117" y="1289050"/>
            <a:ext cx="10058400" cy="503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868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883" y="152400"/>
            <a:ext cx="89408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40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481" y="0"/>
            <a:ext cx="8718177" cy="653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987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17694" y="1748118"/>
            <a:ext cx="42044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Heading=292  </a:t>
            </a:r>
            <a:r>
              <a:rPr lang="zh-CN" altLang="en-US" dirty="0" smtClean="0"/>
              <a:t>（朝向 偏航角）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Roll=-2.07   </a:t>
            </a:r>
            <a:r>
              <a:rPr lang="zh-CN" altLang="en-US" dirty="0" smtClean="0"/>
              <a:t>（翻滚角）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Pitch=1.36      </a:t>
            </a:r>
            <a:r>
              <a:rPr lang="zh-CN" altLang="en-US" dirty="0" smtClean="0"/>
              <a:t>（俯仰角）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2659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</Words>
  <Application>Microsoft Office PowerPoint</Application>
  <PresentationFormat>宽屏</PresentationFormat>
  <Paragraphs>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lei xu</dc:creator>
  <cp:lastModifiedBy>lei xu</cp:lastModifiedBy>
  <cp:revision>1</cp:revision>
  <dcterms:created xsi:type="dcterms:W3CDTF">2019-03-29T08:43:55Z</dcterms:created>
  <dcterms:modified xsi:type="dcterms:W3CDTF">2019-03-29T08:53:05Z</dcterms:modified>
</cp:coreProperties>
</file>